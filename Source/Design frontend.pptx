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E92E85-897C-49D4-A0D6-7BAD9B0D5125}" type="datetimeFigureOut">
              <a:rPr lang="en-US" smtClean="0"/>
              <a:t>12/6/2025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9DACC1-8506-4E72-8C2E-1143B498269D}" type="slidenum">
              <a:rPr lang="en-US" smtClean="0"/>
              <a:t>‹#›</a:t>
            </a:fld>
            <a:endParaRPr lang="en-US"/>
          </a:p>
        </p:txBody>
      </p:sp>
    </p:spTree>
    <p:extLst>
      <p:ext uri="{BB962C8B-B14F-4D97-AF65-F5344CB8AC3E}">
        <p14:creationId xmlns:p14="http://schemas.microsoft.com/office/powerpoint/2010/main" val="1204691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9DACC1-8506-4E72-8C2E-1143B498269D}" type="slidenum">
              <a:rPr lang="en-US" smtClean="0"/>
              <a:t>1</a:t>
            </a:fld>
            <a:endParaRPr lang="en-US"/>
          </a:p>
        </p:txBody>
      </p:sp>
    </p:spTree>
    <p:extLst>
      <p:ext uri="{BB962C8B-B14F-4D97-AF65-F5344CB8AC3E}">
        <p14:creationId xmlns:p14="http://schemas.microsoft.com/office/powerpoint/2010/main" val="567696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93B6B-929D-B9EB-FCF5-4717EB6BD5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81BAF14-918D-2F38-2E5B-2472C5C7ED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48E58F-51EC-18CE-0919-45A780DCD518}"/>
              </a:ext>
            </a:extLst>
          </p:cNvPr>
          <p:cNvSpPr>
            <a:spLocks noGrp="1"/>
          </p:cNvSpPr>
          <p:nvPr>
            <p:ph type="dt" sz="half" idx="10"/>
          </p:nvPr>
        </p:nvSpPr>
        <p:spPr/>
        <p:txBody>
          <a:bodyPr/>
          <a:lstStyle/>
          <a:p>
            <a:fld id="{89555D84-8064-47A3-AD63-B7D9B51AE86A}" type="datetimeFigureOut">
              <a:rPr lang="en-US" smtClean="0"/>
              <a:t>12/6/2025</a:t>
            </a:fld>
            <a:endParaRPr lang="en-US"/>
          </a:p>
        </p:txBody>
      </p:sp>
      <p:sp>
        <p:nvSpPr>
          <p:cNvPr id="5" name="Footer Placeholder 4">
            <a:extLst>
              <a:ext uri="{FF2B5EF4-FFF2-40B4-BE49-F238E27FC236}">
                <a16:creationId xmlns:a16="http://schemas.microsoft.com/office/drawing/2014/main" id="{FD483A3D-F60C-8DA9-0D1E-A403B5F134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15B35D-E745-505D-A12B-A61B7211BF4C}"/>
              </a:ext>
            </a:extLst>
          </p:cNvPr>
          <p:cNvSpPr>
            <a:spLocks noGrp="1"/>
          </p:cNvSpPr>
          <p:nvPr>
            <p:ph type="sldNum" sz="quarter" idx="12"/>
          </p:nvPr>
        </p:nvSpPr>
        <p:spPr/>
        <p:txBody>
          <a:bodyPr/>
          <a:lstStyle/>
          <a:p>
            <a:fld id="{D9542510-2EC1-47B8-90C0-6D0DDE5F924F}" type="slidenum">
              <a:rPr lang="en-US" smtClean="0"/>
              <a:t>‹#›</a:t>
            </a:fld>
            <a:endParaRPr lang="en-US"/>
          </a:p>
        </p:txBody>
      </p:sp>
    </p:spTree>
    <p:extLst>
      <p:ext uri="{BB962C8B-B14F-4D97-AF65-F5344CB8AC3E}">
        <p14:creationId xmlns:p14="http://schemas.microsoft.com/office/powerpoint/2010/main" val="3012757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FEB54-9258-A328-085C-6A54A3A27A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FBFC0D-0577-0A40-98D6-F0D589956A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EFA43B-CD11-55EB-1688-84328A95D090}"/>
              </a:ext>
            </a:extLst>
          </p:cNvPr>
          <p:cNvSpPr>
            <a:spLocks noGrp="1"/>
          </p:cNvSpPr>
          <p:nvPr>
            <p:ph type="dt" sz="half" idx="10"/>
          </p:nvPr>
        </p:nvSpPr>
        <p:spPr/>
        <p:txBody>
          <a:bodyPr/>
          <a:lstStyle/>
          <a:p>
            <a:fld id="{89555D84-8064-47A3-AD63-B7D9B51AE86A}" type="datetimeFigureOut">
              <a:rPr lang="en-US" smtClean="0"/>
              <a:t>12/6/2025</a:t>
            </a:fld>
            <a:endParaRPr lang="en-US"/>
          </a:p>
        </p:txBody>
      </p:sp>
      <p:sp>
        <p:nvSpPr>
          <p:cNvPr id="5" name="Footer Placeholder 4">
            <a:extLst>
              <a:ext uri="{FF2B5EF4-FFF2-40B4-BE49-F238E27FC236}">
                <a16:creationId xmlns:a16="http://schemas.microsoft.com/office/drawing/2014/main" id="{D78480A6-ED27-0F2D-C1E2-E6DE3FB4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B4C5B6-5FF3-6CA5-5B3F-4896E2DD2926}"/>
              </a:ext>
            </a:extLst>
          </p:cNvPr>
          <p:cNvSpPr>
            <a:spLocks noGrp="1"/>
          </p:cNvSpPr>
          <p:nvPr>
            <p:ph type="sldNum" sz="quarter" idx="12"/>
          </p:nvPr>
        </p:nvSpPr>
        <p:spPr/>
        <p:txBody>
          <a:bodyPr/>
          <a:lstStyle/>
          <a:p>
            <a:fld id="{D9542510-2EC1-47B8-90C0-6D0DDE5F924F}" type="slidenum">
              <a:rPr lang="en-US" smtClean="0"/>
              <a:t>‹#›</a:t>
            </a:fld>
            <a:endParaRPr lang="en-US"/>
          </a:p>
        </p:txBody>
      </p:sp>
    </p:spTree>
    <p:extLst>
      <p:ext uri="{BB962C8B-B14F-4D97-AF65-F5344CB8AC3E}">
        <p14:creationId xmlns:p14="http://schemas.microsoft.com/office/powerpoint/2010/main" val="500232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2B669-39A4-BEEB-4120-3136DD10FF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4457C7F-E879-7B5F-4DB6-53CB5D6D37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B307B0-B3E0-1A98-F9F6-A0259A232FFF}"/>
              </a:ext>
            </a:extLst>
          </p:cNvPr>
          <p:cNvSpPr>
            <a:spLocks noGrp="1"/>
          </p:cNvSpPr>
          <p:nvPr>
            <p:ph type="dt" sz="half" idx="10"/>
          </p:nvPr>
        </p:nvSpPr>
        <p:spPr/>
        <p:txBody>
          <a:bodyPr/>
          <a:lstStyle/>
          <a:p>
            <a:fld id="{89555D84-8064-47A3-AD63-B7D9B51AE86A}" type="datetimeFigureOut">
              <a:rPr lang="en-US" smtClean="0"/>
              <a:t>12/6/2025</a:t>
            </a:fld>
            <a:endParaRPr lang="en-US"/>
          </a:p>
        </p:txBody>
      </p:sp>
      <p:sp>
        <p:nvSpPr>
          <p:cNvPr id="5" name="Footer Placeholder 4">
            <a:extLst>
              <a:ext uri="{FF2B5EF4-FFF2-40B4-BE49-F238E27FC236}">
                <a16:creationId xmlns:a16="http://schemas.microsoft.com/office/drawing/2014/main" id="{3EE5646D-F90E-B455-23DA-D297AD6ECF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CDCA2C-5B71-A706-921B-7B199B5BAD91}"/>
              </a:ext>
            </a:extLst>
          </p:cNvPr>
          <p:cNvSpPr>
            <a:spLocks noGrp="1"/>
          </p:cNvSpPr>
          <p:nvPr>
            <p:ph type="sldNum" sz="quarter" idx="12"/>
          </p:nvPr>
        </p:nvSpPr>
        <p:spPr/>
        <p:txBody>
          <a:bodyPr/>
          <a:lstStyle/>
          <a:p>
            <a:fld id="{D9542510-2EC1-47B8-90C0-6D0DDE5F924F}" type="slidenum">
              <a:rPr lang="en-US" smtClean="0"/>
              <a:t>‹#›</a:t>
            </a:fld>
            <a:endParaRPr lang="en-US"/>
          </a:p>
        </p:txBody>
      </p:sp>
    </p:spTree>
    <p:extLst>
      <p:ext uri="{BB962C8B-B14F-4D97-AF65-F5344CB8AC3E}">
        <p14:creationId xmlns:p14="http://schemas.microsoft.com/office/powerpoint/2010/main" val="2336577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12755-D09B-DC40-4DCA-792807639A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C4D5A2-9FE8-8D1B-9B49-8DEC478DC5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91B5A1-961B-C2D4-166C-6FC816B46F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F03564-FF15-301B-9A7A-B54231B81EA5}"/>
              </a:ext>
            </a:extLst>
          </p:cNvPr>
          <p:cNvSpPr>
            <a:spLocks noGrp="1"/>
          </p:cNvSpPr>
          <p:nvPr>
            <p:ph type="dt" sz="half" idx="10"/>
          </p:nvPr>
        </p:nvSpPr>
        <p:spPr/>
        <p:txBody>
          <a:bodyPr/>
          <a:lstStyle/>
          <a:p>
            <a:fld id="{89555D84-8064-47A3-AD63-B7D9B51AE86A}" type="datetimeFigureOut">
              <a:rPr lang="en-US" smtClean="0"/>
              <a:t>12/6/2025</a:t>
            </a:fld>
            <a:endParaRPr lang="en-US"/>
          </a:p>
        </p:txBody>
      </p:sp>
      <p:sp>
        <p:nvSpPr>
          <p:cNvPr id="6" name="Footer Placeholder 5">
            <a:extLst>
              <a:ext uri="{FF2B5EF4-FFF2-40B4-BE49-F238E27FC236}">
                <a16:creationId xmlns:a16="http://schemas.microsoft.com/office/drawing/2014/main" id="{7DE37630-0109-8DE9-30AF-6108B72D11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75BCCA-B670-96E0-5811-362F622EC914}"/>
              </a:ext>
            </a:extLst>
          </p:cNvPr>
          <p:cNvSpPr>
            <a:spLocks noGrp="1"/>
          </p:cNvSpPr>
          <p:nvPr>
            <p:ph type="sldNum" sz="quarter" idx="12"/>
          </p:nvPr>
        </p:nvSpPr>
        <p:spPr/>
        <p:txBody>
          <a:bodyPr/>
          <a:lstStyle/>
          <a:p>
            <a:fld id="{D9542510-2EC1-47B8-90C0-6D0DDE5F924F}" type="slidenum">
              <a:rPr lang="en-US" smtClean="0"/>
              <a:t>‹#›</a:t>
            </a:fld>
            <a:endParaRPr lang="en-US"/>
          </a:p>
        </p:txBody>
      </p:sp>
    </p:spTree>
    <p:extLst>
      <p:ext uri="{BB962C8B-B14F-4D97-AF65-F5344CB8AC3E}">
        <p14:creationId xmlns:p14="http://schemas.microsoft.com/office/powerpoint/2010/main" val="2788611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C06FC-55E5-D0A1-48D5-2E4818E5941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A6FD77-9CCB-572F-A048-039301C186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C57DC6-BB81-C576-C185-04A07CCA7A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0B4A345-284E-1DEC-F22E-025301D32F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72101C-5801-98BA-034D-9B175395A0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15B08B-5D20-29BB-3688-B90720B949CE}"/>
              </a:ext>
            </a:extLst>
          </p:cNvPr>
          <p:cNvSpPr>
            <a:spLocks noGrp="1"/>
          </p:cNvSpPr>
          <p:nvPr>
            <p:ph type="dt" sz="half" idx="10"/>
          </p:nvPr>
        </p:nvSpPr>
        <p:spPr/>
        <p:txBody>
          <a:bodyPr/>
          <a:lstStyle/>
          <a:p>
            <a:fld id="{89555D84-8064-47A3-AD63-B7D9B51AE86A}" type="datetimeFigureOut">
              <a:rPr lang="en-US" smtClean="0"/>
              <a:t>12/6/2025</a:t>
            </a:fld>
            <a:endParaRPr lang="en-US"/>
          </a:p>
        </p:txBody>
      </p:sp>
      <p:sp>
        <p:nvSpPr>
          <p:cNvPr id="8" name="Footer Placeholder 7">
            <a:extLst>
              <a:ext uri="{FF2B5EF4-FFF2-40B4-BE49-F238E27FC236}">
                <a16:creationId xmlns:a16="http://schemas.microsoft.com/office/drawing/2014/main" id="{2A34EFA7-4570-534A-B57D-6A4685532A3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1878CD-A4EC-831B-11C8-363EBAD045A7}"/>
              </a:ext>
            </a:extLst>
          </p:cNvPr>
          <p:cNvSpPr>
            <a:spLocks noGrp="1"/>
          </p:cNvSpPr>
          <p:nvPr>
            <p:ph type="sldNum" sz="quarter" idx="12"/>
          </p:nvPr>
        </p:nvSpPr>
        <p:spPr/>
        <p:txBody>
          <a:bodyPr/>
          <a:lstStyle/>
          <a:p>
            <a:fld id="{D9542510-2EC1-47B8-90C0-6D0DDE5F924F}" type="slidenum">
              <a:rPr lang="en-US" smtClean="0"/>
              <a:t>‹#›</a:t>
            </a:fld>
            <a:endParaRPr lang="en-US"/>
          </a:p>
        </p:txBody>
      </p:sp>
    </p:spTree>
    <p:extLst>
      <p:ext uri="{BB962C8B-B14F-4D97-AF65-F5344CB8AC3E}">
        <p14:creationId xmlns:p14="http://schemas.microsoft.com/office/powerpoint/2010/main" val="1932653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58DC0-BA7D-3EA1-0262-CE69D0D2863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CD7A822-DADE-BDA8-1A8C-22DC9B03CB02}"/>
              </a:ext>
            </a:extLst>
          </p:cNvPr>
          <p:cNvSpPr>
            <a:spLocks noGrp="1"/>
          </p:cNvSpPr>
          <p:nvPr>
            <p:ph type="dt" sz="half" idx="10"/>
          </p:nvPr>
        </p:nvSpPr>
        <p:spPr/>
        <p:txBody>
          <a:bodyPr/>
          <a:lstStyle/>
          <a:p>
            <a:fld id="{89555D84-8064-47A3-AD63-B7D9B51AE86A}" type="datetimeFigureOut">
              <a:rPr lang="en-US" smtClean="0"/>
              <a:t>12/6/2025</a:t>
            </a:fld>
            <a:endParaRPr lang="en-US"/>
          </a:p>
        </p:txBody>
      </p:sp>
      <p:sp>
        <p:nvSpPr>
          <p:cNvPr id="4" name="Footer Placeholder 3">
            <a:extLst>
              <a:ext uri="{FF2B5EF4-FFF2-40B4-BE49-F238E27FC236}">
                <a16:creationId xmlns:a16="http://schemas.microsoft.com/office/drawing/2014/main" id="{664EE4D6-DC00-6EED-C4FF-E2BDA380F3F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42D01C-FF60-706A-53AE-8CDA4241330D}"/>
              </a:ext>
            </a:extLst>
          </p:cNvPr>
          <p:cNvSpPr>
            <a:spLocks noGrp="1"/>
          </p:cNvSpPr>
          <p:nvPr>
            <p:ph type="sldNum" sz="quarter" idx="12"/>
          </p:nvPr>
        </p:nvSpPr>
        <p:spPr/>
        <p:txBody>
          <a:bodyPr/>
          <a:lstStyle/>
          <a:p>
            <a:fld id="{D9542510-2EC1-47B8-90C0-6D0DDE5F924F}" type="slidenum">
              <a:rPr lang="en-US" smtClean="0"/>
              <a:t>‹#›</a:t>
            </a:fld>
            <a:endParaRPr lang="en-US"/>
          </a:p>
        </p:txBody>
      </p:sp>
    </p:spTree>
    <p:extLst>
      <p:ext uri="{BB962C8B-B14F-4D97-AF65-F5344CB8AC3E}">
        <p14:creationId xmlns:p14="http://schemas.microsoft.com/office/powerpoint/2010/main" val="717815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5E85C3-2E0E-72D9-EE74-A38D33B0D0B9}"/>
              </a:ext>
            </a:extLst>
          </p:cNvPr>
          <p:cNvSpPr>
            <a:spLocks noGrp="1"/>
          </p:cNvSpPr>
          <p:nvPr>
            <p:ph type="dt" sz="half" idx="10"/>
          </p:nvPr>
        </p:nvSpPr>
        <p:spPr/>
        <p:txBody>
          <a:bodyPr/>
          <a:lstStyle/>
          <a:p>
            <a:fld id="{89555D84-8064-47A3-AD63-B7D9B51AE86A}" type="datetimeFigureOut">
              <a:rPr lang="en-US" smtClean="0"/>
              <a:t>12/6/2025</a:t>
            </a:fld>
            <a:endParaRPr lang="en-US"/>
          </a:p>
        </p:txBody>
      </p:sp>
      <p:sp>
        <p:nvSpPr>
          <p:cNvPr id="3" name="Footer Placeholder 2">
            <a:extLst>
              <a:ext uri="{FF2B5EF4-FFF2-40B4-BE49-F238E27FC236}">
                <a16:creationId xmlns:a16="http://schemas.microsoft.com/office/drawing/2014/main" id="{1FEC2613-2610-0A34-C4DE-534E4A66F7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FA0D4B9-0D7B-52D8-4526-EF92E1857C3D}"/>
              </a:ext>
            </a:extLst>
          </p:cNvPr>
          <p:cNvSpPr>
            <a:spLocks noGrp="1"/>
          </p:cNvSpPr>
          <p:nvPr>
            <p:ph type="sldNum" sz="quarter" idx="12"/>
          </p:nvPr>
        </p:nvSpPr>
        <p:spPr/>
        <p:txBody>
          <a:bodyPr/>
          <a:lstStyle/>
          <a:p>
            <a:fld id="{D9542510-2EC1-47B8-90C0-6D0DDE5F924F}" type="slidenum">
              <a:rPr lang="en-US" smtClean="0"/>
              <a:t>‹#›</a:t>
            </a:fld>
            <a:endParaRPr lang="en-US"/>
          </a:p>
        </p:txBody>
      </p:sp>
    </p:spTree>
    <p:extLst>
      <p:ext uri="{BB962C8B-B14F-4D97-AF65-F5344CB8AC3E}">
        <p14:creationId xmlns:p14="http://schemas.microsoft.com/office/powerpoint/2010/main" val="1508282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EA846-D524-28A9-694C-8E684DBEDC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5A0F16-727E-EB95-01BE-00AEB55677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7BDA93-7CDE-7C9C-0627-BDCDE15CB2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C45F3A-9F37-F254-484C-644E0BA11736}"/>
              </a:ext>
            </a:extLst>
          </p:cNvPr>
          <p:cNvSpPr>
            <a:spLocks noGrp="1"/>
          </p:cNvSpPr>
          <p:nvPr>
            <p:ph type="dt" sz="half" idx="10"/>
          </p:nvPr>
        </p:nvSpPr>
        <p:spPr/>
        <p:txBody>
          <a:bodyPr/>
          <a:lstStyle/>
          <a:p>
            <a:fld id="{89555D84-8064-47A3-AD63-B7D9B51AE86A}" type="datetimeFigureOut">
              <a:rPr lang="en-US" smtClean="0"/>
              <a:t>12/6/2025</a:t>
            </a:fld>
            <a:endParaRPr lang="en-US"/>
          </a:p>
        </p:txBody>
      </p:sp>
      <p:sp>
        <p:nvSpPr>
          <p:cNvPr id="6" name="Footer Placeholder 5">
            <a:extLst>
              <a:ext uri="{FF2B5EF4-FFF2-40B4-BE49-F238E27FC236}">
                <a16:creationId xmlns:a16="http://schemas.microsoft.com/office/drawing/2014/main" id="{4EE5AD8B-0191-291A-CAB8-5833FBDB55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192129-3BD7-7B7B-5820-C9D9242D7F55}"/>
              </a:ext>
            </a:extLst>
          </p:cNvPr>
          <p:cNvSpPr>
            <a:spLocks noGrp="1"/>
          </p:cNvSpPr>
          <p:nvPr>
            <p:ph type="sldNum" sz="quarter" idx="12"/>
          </p:nvPr>
        </p:nvSpPr>
        <p:spPr/>
        <p:txBody>
          <a:bodyPr/>
          <a:lstStyle/>
          <a:p>
            <a:fld id="{D9542510-2EC1-47B8-90C0-6D0DDE5F924F}" type="slidenum">
              <a:rPr lang="en-US" smtClean="0"/>
              <a:t>‹#›</a:t>
            </a:fld>
            <a:endParaRPr lang="en-US"/>
          </a:p>
        </p:txBody>
      </p:sp>
    </p:spTree>
    <p:extLst>
      <p:ext uri="{BB962C8B-B14F-4D97-AF65-F5344CB8AC3E}">
        <p14:creationId xmlns:p14="http://schemas.microsoft.com/office/powerpoint/2010/main" val="2852014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4AD15-2B15-6EC4-35FD-73F42C97A2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53B9AE-2389-796C-3FAB-2CC33E3CEB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01C3F8-1BEB-B02C-ED2F-AF2D3FA81E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3F85C5-2A61-3F8F-54C6-77DDA0936358}"/>
              </a:ext>
            </a:extLst>
          </p:cNvPr>
          <p:cNvSpPr>
            <a:spLocks noGrp="1"/>
          </p:cNvSpPr>
          <p:nvPr>
            <p:ph type="dt" sz="half" idx="10"/>
          </p:nvPr>
        </p:nvSpPr>
        <p:spPr/>
        <p:txBody>
          <a:bodyPr/>
          <a:lstStyle/>
          <a:p>
            <a:fld id="{89555D84-8064-47A3-AD63-B7D9B51AE86A}" type="datetimeFigureOut">
              <a:rPr lang="en-US" smtClean="0"/>
              <a:t>12/6/2025</a:t>
            </a:fld>
            <a:endParaRPr lang="en-US"/>
          </a:p>
        </p:txBody>
      </p:sp>
      <p:sp>
        <p:nvSpPr>
          <p:cNvPr id="6" name="Footer Placeholder 5">
            <a:extLst>
              <a:ext uri="{FF2B5EF4-FFF2-40B4-BE49-F238E27FC236}">
                <a16:creationId xmlns:a16="http://schemas.microsoft.com/office/drawing/2014/main" id="{7A4F5108-515C-7322-342C-344080BA6A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33D8F2-AAF3-0727-02CA-C1E250D03116}"/>
              </a:ext>
            </a:extLst>
          </p:cNvPr>
          <p:cNvSpPr>
            <a:spLocks noGrp="1"/>
          </p:cNvSpPr>
          <p:nvPr>
            <p:ph type="sldNum" sz="quarter" idx="12"/>
          </p:nvPr>
        </p:nvSpPr>
        <p:spPr/>
        <p:txBody>
          <a:bodyPr/>
          <a:lstStyle/>
          <a:p>
            <a:fld id="{D9542510-2EC1-47B8-90C0-6D0DDE5F924F}" type="slidenum">
              <a:rPr lang="en-US" smtClean="0"/>
              <a:t>‹#›</a:t>
            </a:fld>
            <a:endParaRPr lang="en-US"/>
          </a:p>
        </p:txBody>
      </p:sp>
    </p:spTree>
    <p:extLst>
      <p:ext uri="{BB962C8B-B14F-4D97-AF65-F5344CB8AC3E}">
        <p14:creationId xmlns:p14="http://schemas.microsoft.com/office/powerpoint/2010/main" val="18157131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5A974-E883-4347-E547-267A6F40C3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631C4C8-5019-7530-A213-8043669519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EDCC2D-3F83-9783-0276-B7DE2D5612C4}"/>
              </a:ext>
            </a:extLst>
          </p:cNvPr>
          <p:cNvSpPr>
            <a:spLocks noGrp="1"/>
          </p:cNvSpPr>
          <p:nvPr>
            <p:ph type="dt" sz="half" idx="10"/>
          </p:nvPr>
        </p:nvSpPr>
        <p:spPr/>
        <p:txBody>
          <a:bodyPr/>
          <a:lstStyle/>
          <a:p>
            <a:fld id="{89555D84-8064-47A3-AD63-B7D9B51AE86A}" type="datetimeFigureOut">
              <a:rPr lang="en-US" smtClean="0"/>
              <a:t>12/6/2025</a:t>
            </a:fld>
            <a:endParaRPr lang="en-US"/>
          </a:p>
        </p:txBody>
      </p:sp>
      <p:sp>
        <p:nvSpPr>
          <p:cNvPr id="5" name="Footer Placeholder 4">
            <a:extLst>
              <a:ext uri="{FF2B5EF4-FFF2-40B4-BE49-F238E27FC236}">
                <a16:creationId xmlns:a16="http://schemas.microsoft.com/office/drawing/2014/main" id="{B0E46EDB-EDEE-3E6E-88C5-8BCE5C0654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D517DF-47CF-5C6A-B8A0-33894B410CE8}"/>
              </a:ext>
            </a:extLst>
          </p:cNvPr>
          <p:cNvSpPr>
            <a:spLocks noGrp="1"/>
          </p:cNvSpPr>
          <p:nvPr>
            <p:ph type="sldNum" sz="quarter" idx="12"/>
          </p:nvPr>
        </p:nvSpPr>
        <p:spPr/>
        <p:txBody>
          <a:bodyPr/>
          <a:lstStyle/>
          <a:p>
            <a:fld id="{D9542510-2EC1-47B8-90C0-6D0DDE5F924F}" type="slidenum">
              <a:rPr lang="en-US" smtClean="0"/>
              <a:t>‹#›</a:t>
            </a:fld>
            <a:endParaRPr lang="en-US"/>
          </a:p>
        </p:txBody>
      </p:sp>
    </p:spTree>
    <p:extLst>
      <p:ext uri="{BB962C8B-B14F-4D97-AF65-F5344CB8AC3E}">
        <p14:creationId xmlns:p14="http://schemas.microsoft.com/office/powerpoint/2010/main" val="3180047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066F72-1188-1292-DAF6-615006D257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B908F5-48AB-74BA-796A-0258921EB5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4D52A6-69F5-08E4-499A-536E03B0788E}"/>
              </a:ext>
            </a:extLst>
          </p:cNvPr>
          <p:cNvSpPr>
            <a:spLocks noGrp="1"/>
          </p:cNvSpPr>
          <p:nvPr>
            <p:ph type="dt" sz="half" idx="10"/>
          </p:nvPr>
        </p:nvSpPr>
        <p:spPr/>
        <p:txBody>
          <a:bodyPr/>
          <a:lstStyle/>
          <a:p>
            <a:fld id="{89555D84-8064-47A3-AD63-B7D9B51AE86A}" type="datetimeFigureOut">
              <a:rPr lang="en-US" smtClean="0"/>
              <a:t>12/6/2025</a:t>
            </a:fld>
            <a:endParaRPr lang="en-US"/>
          </a:p>
        </p:txBody>
      </p:sp>
      <p:sp>
        <p:nvSpPr>
          <p:cNvPr id="5" name="Footer Placeholder 4">
            <a:extLst>
              <a:ext uri="{FF2B5EF4-FFF2-40B4-BE49-F238E27FC236}">
                <a16:creationId xmlns:a16="http://schemas.microsoft.com/office/drawing/2014/main" id="{35D5AACE-1919-1A45-04B6-F0ED540BB9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2E2185-5A59-D707-24F5-FA23D2118DCE}"/>
              </a:ext>
            </a:extLst>
          </p:cNvPr>
          <p:cNvSpPr>
            <a:spLocks noGrp="1"/>
          </p:cNvSpPr>
          <p:nvPr>
            <p:ph type="sldNum" sz="quarter" idx="12"/>
          </p:nvPr>
        </p:nvSpPr>
        <p:spPr/>
        <p:txBody>
          <a:bodyPr/>
          <a:lstStyle/>
          <a:p>
            <a:fld id="{D9542510-2EC1-47B8-90C0-6D0DDE5F924F}" type="slidenum">
              <a:rPr lang="en-US" smtClean="0"/>
              <a:t>‹#›</a:t>
            </a:fld>
            <a:endParaRPr lang="en-US"/>
          </a:p>
        </p:txBody>
      </p:sp>
    </p:spTree>
    <p:extLst>
      <p:ext uri="{BB962C8B-B14F-4D97-AF65-F5344CB8AC3E}">
        <p14:creationId xmlns:p14="http://schemas.microsoft.com/office/powerpoint/2010/main" val="3013865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C03F7B-194A-996D-4625-04D8DA950B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2BDCF9-2BCA-4860-3906-F8A4780FD8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0715CF-3AA3-2CAF-9B87-CB4FF4F935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9555D84-8064-47A3-AD63-B7D9B51AE86A}" type="datetimeFigureOut">
              <a:rPr lang="en-US" smtClean="0"/>
              <a:t>12/6/2025</a:t>
            </a:fld>
            <a:endParaRPr lang="en-US"/>
          </a:p>
        </p:txBody>
      </p:sp>
      <p:sp>
        <p:nvSpPr>
          <p:cNvPr id="5" name="Footer Placeholder 4">
            <a:extLst>
              <a:ext uri="{FF2B5EF4-FFF2-40B4-BE49-F238E27FC236}">
                <a16:creationId xmlns:a16="http://schemas.microsoft.com/office/drawing/2014/main" id="{82CD56C5-00FD-E49C-818C-0B70DFAA9D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AA358B2-494A-E1A3-51A5-F13FE8F199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9542510-2EC1-47B8-90C0-6D0DDE5F924F}" type="slidenum">
              <a:rPr lang="en-US" smtClean="0"/>
              <a:t>‹#›</a:t>
            </a:fld>
            <a:endParaRPr lang="en-US"/>
          </a:p>
        </p:txBody>
      </p:sp>
    </p:spTree>
    <p:extLst>
      <p:ext uri="{BB962C8B-B14F-4D97-AF65-F5344CB8AC3E}">
        <p14:creationId xmlns:p14="http://schemas.microsoft.com/office/powerpoint/2010/main" val="40265450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avel and a chip&#10;&#10;AI-generated content may be incorrect.">
            <a:extLst>
              <a:ext uri="{FF2B5EF4-FFF2-40B4-BE49-F238E27FC236}">
                <a16:creationId xmlns:a16="http://schemas.microsoft.com/office/drawing/2014/main" id="{E5BB1D03-762A-6F5E-DB44-26789C7F22EA}"/>
              </a:ext>
            </a:extLst>
          </p:cNvPr>
          <p:cNvPicPr>
            <a:picLocks noChangeAspect="1"/>
          </p:cNvPicPr>
          <p:nvPr/>
        </p:nvPicPr>
        <p:blipFill>
          <a:blip r:embed="rId3">
            <a:extLst>
              <a:ext uri="{28A0092B-C50C-407E-A947-70E740481C1C}">
                <a14:useLocalDpi xmlns:a14="http://schemas.microsoft.com/office/drawing/2010/main" val="0"/>
              </a:ext>
            </a:extLst>
          </a:blip>
          <a:srcRect t="10217" b="10828"/>
          <a:stretch>
            <a:fillRect/>
          </a:stretch>
        </p:blipFill>
        <p:spPr>
          <a:xfrm>
            <a:off x="164943" y="226142"/>
            <a:ext cx="11861348" cy="6251251"/>
          </a:xfrm>
          <a:prstGeom prst="rect">
            <a:avLst/>
          </a:prstGeom>
        </p:spPr>
      </p:pic>
      <p:pic>
        <p:nvPicPr>
          <p:cNvPr id="1026" name="Picture 2" descr="No photo description available.">
            <a:extLst>
              <a:ext uri="{FF2B5EF4-FFF2-40B4-BE49-F238E27FC236}">
                <a16:creationId xmlns:a16="http://schemas.microsoft.com/office/drawing/2014/main" id="{66F149A1-F3A4-2CB0-B0E6-FAD5D7C63D2E}"/>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4000" b="96000" l="2750" r="99250">
                        <a14:foregroundMark x1="18500" y1="16500" x2="18500" y2="16500"/>
                        <a14:foregroundMark x1="33250" y1="16000" x2="33250" y2="16000"/>
                        <a14:foregroundMark x1="31750" y1="13750" x2="31750" y2="13750"/>
                        <a14:foregroundMark x1="31750" y1="13750" x2="31750" y2="13750"/>
                        <a14:foregroundMark x1="26500" y1="13750" x2="26500" y2="13750"/>
                        <a14:foregroundMark x1="25500" y1="14250" x2="24750" y2="16000"/>
                        <a14:foregroundMark x1="19750" y1="19250" x2="19750" y2="19250"/>
                        <a14:foregroundMark x1="19750" y1="19750" x2="19750" y2="19750"/>
                        <a14:foregroundMark x1="41750" y1="6750" x2="41750" y2="6750"/>
                        <a14:foregroundMark x1="41750" y1="5750" x2="41750" y2="5750"/>
                        <a14:foregroundMark x1="61250" y1="6250" x2="61250" y2="6250"/>
                        <a14:foregroundMark x1="61250" y1="6250" x2="61250" y2="6250"/>
                        <a14:foregroundMark x1="74250" y1="18750" x2="74250" y2="18750"/>
                        <a14:foregroundMark x1="81500" y1="22250" x2="81500" y2="22250"/>
                        <a14:foregroundMark x1="82750" y1="22250" x2="82750" y2="22250"/>
                        <a14:foregroundMark x1="80000" y1="13750" x2="80000" y2="13750"/>
                        <a14:foregroundMark x1="53250" y1="4000" x2="53250" y2="4000"/>
                        <a14:foregroundMark x1="53250" y1="4000" x2="53250" y2="4000"/>
                        <a14:foregroundMark x1="10750" y1="39250" x2="10750" y2="39250"/>
                        <a14:foregroundMark x1="10750" y1="39250" x2="10750" y2="39250"/>
                        <a14:foregroundMark x1="17000" y1="58000" x2="17000" y2="58000"/>
                        <a14:foregroundMark x1="17500" y1="62500" x2="17500" y2="62500"/>
                        <a14:foregroundMark x1="24750" y1="72000" x2="24750" y2="72000"/>
                        <a14:foregroundMark x1="30000" y1="81750" x2="30000" y2="81750"/>
                        <a14:foregroundMark x1="35000" y1="81750" x2="38000" y2="81750"/>
                        <a14:foregroundMark x1="49750" y1="81750" x2="49750" y2="81750"/>
                        <a14:foregroundMark x1="71500" y1="84000" x2="71500" y2="84000"/>
                        <a14:foregroundMark x1="71500" y1="86750" x2="71500" y2="86750"/>
                        <a14:foregroundMark x1="89000" y1="77750" x2="89000" y2="77750"/>
                        <a14:foregroundMark x1="89000" y1="76000" x2="89000" y2="73750"/>
                        <a14:foregroundMark x1="90750" y1="59000" x2="90750" y2="59000"/>
                        <a14:foregroundMark x1="95750" y1="48250" x2="95750" y2="48250"/>
                        <a14:foregroundMark x1="93000" y1="37500" x2="93000" y2="37500"/>
                        <a14:foregroundMark x1="82250" y1="43750" x2="82250" y2="43750"/>
                        <a14:foregroundMark x1="91750" y1="50000" x2="91750" y2="50000"/>
                        <a14:foregroundMark x1="91750" y1="50000" x2="99250" y2="51750"/>
                        <a14:foregroundMark x1="95250" y1="54500" x2="95250" y2="54500"/>
                        <a14:foregroundMark x1="92500" y1="47250" x2="92500" y2="47250"/>
                        <a14:foregroundMark x1="91250" y1="44250" x2="91250" y2="44250"/>
                        <a14:foregroundMark x1="91750" y1="50000" x2="91750" y2="50000"/>
                        <a14:foregroundMark x1="91750" y1="50000" x2="91750" y2="50000"/>
                        <a14:foregroundMark x1="91250" y1="47750" x2="91250" y2="47750"/>
                        <a14:foregroundMark x1="91250" y1="48250" x2="91250" y2="48250"/>
                        <a14:foregroundMark x1="91250" y1="48250" x2="91250" y2="48250"/>
                        <a14:foregroundMark x1="51500" y1="43250" x2="51500" y2="43250"/>
                        <a14:foregroundMark x1="51500" y1="43250" x2="51500" y2="43250"/>
                        <a14:foregroundMark x1="49250" y1="43750" x2="49250" y2="43750"/>
                        <a14:foregroundMark x1="49750" y1="39750" x2="49750" y2="39750"/>
                        <a14:foregroundMark x1="49750" y1="39750" x2="49750" y2="39750"/>
                        <a14:foregroundMark x1="47000" y1="38500" x2="47000" y2="38500"/>
                        <a14:foregroundMark x1="43500" y1="40250" x2="43500" y2="40250"/>
                        <a14:foregroundMark x1="42500" y1="43250" x2="42500" y2="43250"/>
                        <a14:foregroundMark x1="51500" y1="47750" x2="51500" y2="47750"/>
                        <a14:foregroundMark x1="51000" y1="52250" x2="51000" y2="52250"/>
                        <a14:foregroundMark x1="51000" y1="55750" x2="51000" y2="55750"/>
                        <a14:foregroundMark x1="48750" y1="58500" x2="48750" y2="58500"/>
                        <a14:foregroundMark x1="48750" y1="58500" x2="48750" y2="58500"/>
                        <a14:foregroundMark x1="51000" y1="70500" x2="51000" y2="70500"/>
                        <a14:foregroundMark x1="49750" y1="73250" x2="49750" y2="75500"/>
                        <a14:foregroundMark x1="49750" y1="81750" x2="49750" y2="81750"/>
                        <a14:foregroundMark x1="59500" y1="40250" x2="59500" y2="40250"/>
                        <a14:foregroundMark x1="59500" y1="40250" x2="59500" y2="40250"/>
                        <a14:foregroundMark x1="53250" y1="45500" x2="53250" y2="47250"/>
                        <a14:foregroundMark x1="54250" y1="51000" x2="54250" y2="51000"/>
                        <a14:foregroundMark x1="49750" y1="73750" x2="49750" y2="73750"/>
                        <a14:foregroundMark x1="48750" y1="76750" x2="48750" y2="76750"/>
                        <a14:foregroundMark x1="48000" y1="78250" x2="48000" y2="78250"/>
                        <a14:foregroundMark x1="4500" y1="52250" x2="4500" y2="52250"/>
                        <a14:foregroundMark x1="2750" y1="53250" x2="2750" y2="53250"/>
                        <a14:foregroundMark x1="27750" y1="89750" x2="27750" y2="89750"/>
                        <a14:foregroundMark x1="31750" y1="91500" x2="35750" y2="93750"/>
                        <a14:foregroundMark x1="45250" y1="96000" x2="45250" y2="96000"/>
                        <a14:foregroundMark x1="46500" y1="49500" x2="46500" y2="49500"/>
                        <a14:foregroundMark x1="13000" y1="73250" x2="13000" y2="73250"/>
                        <a14:foregroundMark x1="20750" y1="81750" x2="20750" y2="81750"/>
                        <a14:foregroundMark x1="7750" y1="50500" x2="7750" y2="50500"/>
                        <a14:foregroundMark x1="7250" y1="59500" x2="7250" y2="59500"/>
                        <a14:foregroundMark x1="7750" y1="65750" x2="7750" y2="65750"/>
                        <a14:foregroundMark x1="9000" y1="63000" x2="9000" y2="63000"/>
                        <a14:foregroundMark x1="62250" y1="89750" x2="62250" y2="89750"/>
                        <a14:foregroundMark x1="64000" y1="88500" x2="64000" y2="88500"/>
                        <a14:foregroundMark x1="67500" y1="88000" x2="67500" y2="88000"/>
                        <a14:foregroundMark x1="81000" y1="81750" x2="81000" y2="81750"/>
                        <a14:foregroundMark x1="92500" y1="55750" x2="92500" y2="55750"/>
                        <a14:foregroundMark x1="86750" y1="69750" x2="86750" y2="69750"/>
                      </a14:backgroundRemoval>
                    </a14:imgEffect>
                  </a14:imgLayer>
                </a14:imgProps>
              </a:ext>
              <a:ext uri="{28A0092B-C50C-407E-A947-70E740481C1C}">
                <a14:useLocalDpi xmlns:a14="http://schemas.microsoft.com/office/drawing/2010/main" val="0"/>
              </a:ext>
            </a:extLst>
          </a:blip>
          <a:srcRect/>
          <a:stretch>
            <a:fillRect/>
          </a:stretch>
        </p:blipFill>
        <p:spPr bwMode="auto">
          <a:xfrm>
            <a:off x="10931602" y="287144"/>
            <a:ext cx="894736" cy="89473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8FBCC82-6D17-BFDD-B6BC-10933B037F7E}"/>
              </a:ext>
            </a:extLst>
          </p:cNvPr>
          <p:cNvSpPr txBox="1"/>
          <p:nvPr/>
        </p:nvSpPr>
        <p:spPr>
          <a:xfrm>
            <a:off x="162632" y="381659"/>
            <a:ext cx="7359046" cy="400110"/>
          </a:xfrm>
          <a:prstGeom prst="rect">
            <a:avLst/>
          </a:prstGeom>
          <a:noFill/>
        </p:spPr>
        <p:txBody>
          <a:bodyPr wrap="square" rtlCol="0">
            <a:spAutoFit/>
          </a:bodyPr>
          <a:lstStyle/>
          <a:p>
            <a:r>
              <a:rPr lang="vi-VN" sz="2000" i="1" dirty="0">
                <a:solidFill>
                  <a:srgbClr val="FFFF99"/>
                </a:solidFill>
              </a:rPr>
              <a:t>Chào mừng đến với AI Tư vấn Bảo Hiểm Xã Hội Việt Nam!</a:t>
            </a:r>
            <a:endParaRPr lang="en-US" sz="2000" i="1" dirty="0">
              <a:solidFill>
                <a:srgbClr val="FFFF99"/>
              </a:solidFill>
              <a:latin typeface="SAPGUI-Belize-Icons" panose="02000503000000000000" pitchFamily="2" charset="0"/>
            </a:endParaRPr>
          </a:p>
        </p:txBody>
      </p:sp>
      <p:sp>
        <p:nvSpPr>
          <p:cNvPr id="8" name="TextBox 7">
            <a:extLst>
              <a:ext uri="{FF2B5EF4-FFF2-40B4-BE49-F238E27FC236}">
                <a16:creationId xmlns:a16="http://schemas.microsoft.com/office/drawing/2014/main" id="{56659D48-81B2-7EB2-A61E-8D36466B4531}"/>
              </a:ext>
            </a:extLst>
          </p:cNvPr>
          <p:cNvSpPr txBox="1"/>
          <p:nvPr/>
        </p:nvSpPr>
        <p:spPr>
          <a:xfrm>
            <a:off x="363794" y="1012723"/>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CEDA69B6-D9F6-7852-8CE2-3AA1B4AC8F66}"/>
              </a:ext>
            </a:extLst>
          </p:cNvPr>
          <p:cNvSpPr txBox="1"/>
          <p:nvPr/>
        </p:nvSpPr>
        <p:spPr>
          <a:xfrm>
            <a:off x="238180" y="809860"/>
            <a:ext cx="6096000" cy="1725985"/>
          </a:xfrm>
          <a:prstGeom prst="rect">
            <a:avLst/>
          </a:prstGeom>
          <a:noFill/>
        </p:spPr>
        <p:txBody>
          <a:bodyPr wrap="square" rtlCol="0">
            <a:spAutoFit/>
          </a:bodyPr>
          <a:lstStyle/>
          <a:p>
            <a:pPr algn="just">
              <a:lnSpc>
                <a:spcPct val="150000"/>
              </a:lnSpc>
            </a:pPr>
            <a:r>
              <a:rPr lang="vi-VN" sz="1200" dirty="0">
                <a:solidFill>
                  <a:schemeClr val="bg1"/>
                </a:solidFill>
              </a:rPr>
              <a:t>AI tư vấn bảo hiểm xã hội Việt Nam là hệ thống trợ lý thông minh giúp người dân tra cứu nhanh các thông tin về chế độ BHXH, BHYT, BHTN như mức đóng – hưởng, điều kiện nhận lương hưu, thời gian tham gia, hay thủ tục giải quyết hồ sơ. </a:t>
            </a:r>
          </a:p>
          <a:p>
            <a:pPr algn="just">
              <a:lnSpc>
                <a:spcPct val="150000"/>
              </a:lnSpc>
            </a:pPr>
            <a:endParaRPr lang="vi-VN" sz="1200" dirty="0">
              <a:solidFill>
                <a:schemeClr val="bg1"/>
              </a:solidFill>
            </a:endParaRPr>
          </a:p>
          <a:p>
            <a:pPr algn="just">
              <a:lnSpc>
                <a:spcPct val="150000"/>
              </a:lnSpc>
            </a:pPr>
            <a:r>
              <a:rPr lang="vi-VN" sz="1200" dirty="0">
                <a:solidFill>
                  <a:schemeClr val="bg1"/>
                </a:solidFill>
              </a:rPr>
              <a:t>Nhờ khả năng phân tích dữ liệu và trả lời tự động, AI giúp giảm thời gian chờ đợi, hạn chế sai sót khi tìm thông tin và hỗ trợ người lao động hiểu rõ quyền lợi của mình. </a:t>
            </a:r>
            <a:endParaRPr lang="en-US" sz="1200" dirty="0">
              <a:solidFill>
                <a:schemeClr val="bg1"/>
              </a:solidFill>
            </a:endParaRPr>
          </a:p>
        </p:txBody>
      </p:sp>
    </p:spTree>
    <p:extLst>
      <p:ext uri="{BB962C8B-B14F-4D97-AF65-F5344CB8AC3E}">
        <p14:creationId xmlns:p14="http://schemas.microsoft.com/office/powerpoint/2010/main" val="42238701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115</Words>
  <Application>Microsoft Office PowerPoint</Application>
  <PresentationFormat>Widescreen</PresentationFormat>
  <Paragraphs>5</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SAPGUI-Belize-Icons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Xuan Thanh Nguyen</dc:creator>
  <cp:lastModifiedBy>Xuan Thanh Nguyen</cp:lastModifiedBy>
  <cp:revision>1</cp:revision>
  <dcterms:created xsi:type="dcterms:W3CDTF">2025-12-06T14:20:06Z</dcterms:created>
  <dcterms:modified xsi:type="dcterms:W3CDTF">2025-12-06T14:30:58Z</dcterms:modified>
</cp:coreProperties>
</file>